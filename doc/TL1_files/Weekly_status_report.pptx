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95"/>
  </p:normalViewPr>
  <p:slideViewPr>
    <p:cSldViewPr snapToGrid="0" snapToObjects="1">
      <p:cViewPr varScale="1">
        <p:scale>
          <a:sx n="72" d="100"/>
          <a:sy n="72" d="100"/>
        </p:scale>
        <p:origin x="184" y="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ZuziaWhit/ET-Pizzeria/tree/mai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person's head&#10;&#10;AI-generated content may be incorrect.">
            <a:extLst>
              <a:ext uri="{FF2B5EF4-FFF2-40B4-BE49-F238E27FC236}">
                <a16:creationId xmlns:a16="http://schemas.microsoft.com/office/drawing/2014/main" id="{C41DC3FC-9CA8-A3BE-BB42-A6431DD97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3816" b="-3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684" y="1519536"/>
            <a:ext cx="3017520" cy="139952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900" dirty="0">
                <a:solidFill>
                  <a:schemeClr val="bg1"/>
                </a:solidFill>
              </a:rPr>
              <a:t>Weekly Status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pl-PL" sz="1700">
                <a:solidFill>
                  <a:schemeClr val="bg1"/>
                </a:solidFill>
              </a:rPr>
              <a:t>Phantom Unit</a:t>
            </a:r>
          </a:p>
          <a:p>
            <a:pPr algn="l"/>
            <a:r>
              <a:rPr lang="pl-PL" sz="1700">
                <a:solidFill>
                  <a:schemeClr val="bg1"/>
                </a:solidFill>
              </a:rPr>
              <a:t>TL1 - Zuzanna Whitman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GIT Directory </a:t>
            </a:r>
            <a:r>
              <a:rPr lang="en-US" sz="35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Sturcture</a:t>
            </a:r>
            <a:endParaRPr lang="en-US" sz="35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3428999"/>
            <a:ext cx="3604268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  <a:hlinkClick r:id="rId2"/>
              </a:rPr>
              <a:t>https://</a:t>
            </a:r>
            <a:r>
              <a:rPr lang="en-US" sz="1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  <a:hlinkClick r:id="rId2"/>
              </a:rPr>
              <a:t>github.com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  <a:hlinkClick r:id="rId2"/>
              </a:rPr>
              <a:t>/</a:t>
            </a:r>
            <a:r>
              <a:rPr lang="en-US" sz="1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  <a:hlinkClick r:id="rId2"/>
              </a:rPr>
              <a:t>ZuziaWhit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  <a:hlinkClick r:id="rId2"/>
              </a:rPr>
              <a:t>/ET-Pizzeria/tree/main</a:t>
            </a:r>
            <a:endParaRPr lang="en-US" sz="17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Marker">
            <a:extLst>
              <a:ext uri="{FF2B5EF4-FFF2-40B4-BE49-F238E27FC236}">
                <a16:creationId xmlns:a16="http://schemas.microsoft.com/office/drawing/2014/main" id="{77F90A3C-E174-0128-3CD6-EACADA9FC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logo of a person's head&#10;&#10;AI-generated content may be incorrect.">
            <a:extLst>
              <a:ext uri="{FF2B5EF4-FFF2-40B4-BE49-F238E27FC236}">
                <a16:creationId xmlns:a16="http://schemas.microsoft.com/office/drawing/2014/main" id="{5A31E451-9998-0F20-359A-B2218C052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89" y="0"/>
            <a:ext cx="1113118" cy="11131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Introduction to the Game</a:t>
            </a:r>
            <a:endParaRPr dirty="0"/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C24A7F84-1395-FFA2-F49A-AD8ED5B3A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704" y="1600200"/>
            <a:ext cx="7606591" cy="4525963"/>
          </a:xfrm>
        </p:spPr>
      </p:pic>
      <p:pic>
        <p:nvPicPr>
          <p:cNvPr id="6" name="Picture 5" descr="A logo of a person's head&#10;&#10;AI-generated content may be incorrect.">
            <a:extLst>
              <a:ext uri="{FF2B5EF4-FFF2-40B4-BE49-F238E27FC236}">
                <a16:creationId xmlns:a16="http://schemas.microsoft.com/office/drawing/2014/main" id="{AABF73FD-BE97-DE91-7A2E-F61C24198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89" y="0"/>
            <a:ext cx="1113118" cy="11131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Documentation Folder (doc)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F4086C-7CE1-A2A8-E712-590D5F469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097" y="1966293"/>
            <a:ext cx="8131803" cy="4452160"/>
          </a:xfrm>
          <a:prstGeom prst="rect">
            <a:avLst/>
          </a:prstGeom>
        </p:spPr>
      </p:pic>
      <p:pic>
        <p:nvPicPr>
          <p:cNvPr id="10" name="Picture 9" descr="A logo of a person's head&#10;&#10;AI-generated content may be incorrect.">
            <a:extLst>
              <a:ext uri="{FF2B5EF4-FFF2-40B4-BE49-F238E27FC236}">
                <a16:creationId xmlns:a16="http://schemas.microsoft.com/office/drawing/2014/main" id="{1460876D-50DC-4D55-0983-BB9709E5B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657" y="-18038"/>
            <a:ext cx="1113118" cy="11131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Source Code Folder (src)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68E051-8C83-74D0-812D-973473F30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447" y="1966293"/>
            <a:ext cx="8169103" cy="4452160"/>
          </a:xfrm>
          <a:prstGeom prst="rect">
            <a:avLst/>
          </a:prstGeom>
        </p:spPr>
      </p:pic>
      <p:pic>
        <p:nvPicPr>
          <p:cNvPr id="10" name="Picture 9" descr="A logo of a person's head&#10;&#10;AI-generated content may be incorrect.">
            <a:extLst>
              <a:ext uri="{FF2B5EF4-FFF2-40B4-BE49-F238E27FC236}">
                <a16:creationId xmlns:a16="http://schemas.microsoft.com/office/drawing/2014/main" id="{94CE10F8-23AC-C4FF-752F-787FEAFEC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657" y="-18038"/>
            <a:ext cx="1113118" cy="11131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40</Words>
  <Application>Microsoft Macintosh PowerPoint</Application>
  <PresentationFormat>On-screen Show (4:3)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Weekly Status Report</vt:lpstr>
      <vt:lpstr>GIT Directory Sturcture</vt:lpstr>
      <vt:lpstr>Introduction to the Game</vt:lpstr>
      <vt:lpstr>Documentation Folder (doc)</vt:lpstr>
      <vt:lpstr>Source Code Folder (src)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Wieczorek, Zuzanna (wiec0814@vandals.uidaho.edu)</cp:lastModifiedBy>
  <cp:revision>2</cp:revision>
  <dcterms:created xsi:type="dcterms:W3CDTF">2013-01-27T09:14:16Z</dcterms:created>
  <dcterms:modified xsi:type="dcterms:W3CDTF">2026-03-03T04:36:12Z</dcterms:modified>
  <cp:category/>
</cp:coreProperties>
</file>