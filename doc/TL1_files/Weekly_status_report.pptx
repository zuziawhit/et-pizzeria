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07"/>
    <p:restoredTop sz="94687"/>
  </p:normalViewPr>
  <p:slideViewPr>
    <p:cSldViewPr snapToGrid="0" snapToObjects="1">
      <p:cViewPr varScale="1">
        <p:scale>
          <a:sx n="104" d="100"/>
          <a:sy n="104" d="100"/>
        </p:scale>
        <p:origin x="1376" y="3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F1AA642-84BB-4AC0-AF4E-54CE57D951C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6CA53BE1-7368-44C0-A677-61DA5A75ABB8}">
      <dgm:prSet/>
      <dgm:spPr/>
      <dgm:t>
        <a:bodyPr/>
        <a:lstStyle/>
        <a:p>
          <a:r>
            <a:rPr lang="en-US"/>
            <a:t>Personal assignments</a:t>
          </a:r>
        </a:p>
      </dgm:t>
    </dgm:pt>
    <dgm:pt modelId="{7552B420-4997-45F3-AB5F-8E2A8C00C7CC}" type="parTrans" cxnId="{938AD417-6078-4FA0-B351-7F11DE047756}">
      <dgm:prSet/>
      <dgm:spPr/>
      <dgm:t>
        <a:bodyPr/>
        <a:lstStyle/>
        <a:p>
          <a:endParaRPr lang="en-US"/>
        </a:p>
      </dgm:t>
    </dgm:pt>
    <dgm:pt modelId="{32A68FA1-E895-4807-90E8-4B0AD4502661}" type="sibTrans" cxnId="{938AD417-6078-4FA0-B351-7F11DE047756}">
      <dgm:prSet/>
      <dgm:spPr/>
      <dgm:t>
        <a:bodyPr/>
        <a:lstStyle/>
        <a:p>
          <a:endParaRPr lang="en-US"/>
        </a:p>
      </dgm:t>
    </dgm:pt>
    <dgm:pt modelId="{6B87B261-A182-441B-8CE7-AAF6BC969DAB}">
      <dgm:prSet/>
      <dgm:spPr/>
      <dgm:t>
        <a:bodyPr/>
        <a:lstStyle/>
        <a:p>
          <a:r>
            <a:rPr lang="en-US"/>
            <a:t>Team assignments</a:t>
          </a:r>
        </a:p>
      </dgm:t>
    </dgm:pt>
    <dgm:pt modelId="{A94930DE-F15A-4314-9C77-1DDA23C74467}" type="parTrans" cxnId="{2EFD465D-67B0-45E7-8043-8D7A68AB48B3}">
      <dgm:prSet/>
      <dgm:spPr/>
      <dgm:t>
        <a:bodyPr/>
        <a:lstStyle/>
        <a:p>
          <a:endParaRPr lang="en-US"/>
        </a:p>
      </dgm:t>
    </dgm:pt>
    <dgm:pt modelId="{82756E57-9FB4-4BC0-A2F7-E779B600258F}" type="sibTrans" cxnId="{2EFD465D-67B0-45E7-8043-8D7A68AB48B3}">
      <dgm:prSet/>
      <dgm:spPr/>
      <dgm:t>
        <a:bodyPr/>
        <a:lstStyle/>
        <a:p>
          <a:endParaRPr lang="en-US"/>
        </a:p>
      </dgm:t>
    </dgm:pt>
    <dgm:pt modelId="{3E1BC237-495D-43D3-8AA3-B54CE9644FC9}">
      <dgm:prSet/>
      <dgm:spPr/>
      <dgm:t>
        <a:bodyPr/>
        <a:lstStyle/>
        <a:p>
          <a:r>
            <a:rPr lang="en-US"/>
            <a:t>Source code and other assets (in the future)</a:t>
          </a:r>
        </a:p>
      </dgm:t>
    </dgm:pt>
    <dgm:pt modelId="{95510C0D-58BE-4D3D-9E28-5B81AA3B7FE4}" type="parTrans" cxnId="{7C9C2401-A64C-4EF5-AC80-46E4C18B8984}">
      <dgm:prSet/>
      <dgm:spPr/>
      <dgm:t>
        <a:bodyPr/>
        <a:lstStyle/>
        <a:p>
          <a:endParaRPr lang="en-US"/>
        </a:p>
      </dgm:t>
    </dgm:pt>
    <dgm:pt modelId="{43EA8ADB-011D-4F51-921E-4586491FFB57}" type="sibTrans" cxnId="{7C9C2401-A64C-4EF5-AC80-46E4C18B8984}">
      <dgm:prSet/>
      <dgm:spPr/>
      <dgm:t>
        <a:bodyPr/>
        <a:lstStyle/>
        <a:p>
          <a:endParaRPr lang="en-US"/>
        </a:p>
      </dgm:t>
    </dgm:pt>
    <dgm:pt modelId="{40B59219-C408-4C79-86AB-DD3CAA07B4D0}" type="pres">
      <dgm:prSet presAssocID="{1F1AA642-84BB-4AC0-AF4E-54CE57D951C5}" presName="root" presStyleCnt="0">
        <dgm:presLayoutVars>
          <dgm:dir/>
          <dgm:resizeHandles val="exact"/>
        </dgm:presLayoutVars>
      </dgm:prSet>
      <dgm:spPr/>
    </dgm:pt>
    <dgm:pt modelId="{7FDF1600-7AA5-4801-AA25-17F172A7C528}" type="pres">
      <dgm:prSet presAssocID="{6CA53BE1-7368-44C0-A677-61DA5A75ABB8}" presName="compNode" presStyleCnt="0"/>
      <dgm:spPr/>
    </dgm:pt>
    <dgm:pt modelId="{C83A46A5-5AEB-493C-99B8-2C8B8D72216D}" type="pres">
      <dgm:prSet presAssocID="{6CA53BE1-7368-44C0-A677-61DA5A75ABB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8286B6DA-F874-43AA-93E1-5262935A47A5}" type="pres">
      <dgm:prSet presAssocID="{6CA53BE1-7368-44C0-A677-61DA5A75ABB8}" presName="spaceRect" presStyleCnt="0"/>
      <dgm:spPr/>
    </dgm:pt>
    <dgm:pt modelId="{36485FAE-D9DA-4CEB-A318-2F46348FA9C8}" type="pres">
      <dgm:prSet presAssocID="{6CA53BE1-7368-44C0-A677-61DA5A75ABB8}" presName="textRect" presStyleLbl="revTx" presStyleIdx="0" presStyleCnt="3">
        <dgm:presLayoutVars>
          <dgm:chMax val="1"/>
          <dgm:chPref val="1"/>
        </dgm:presLayoutVars>
      </dgm:prSet>
      <dgm:spPr/>
    </dgm:pt>
    <dgm:pt modelId="{6EB3F2B0-C43D-4C1E-A41E-BC24D4089AA0}" type="pres">
      <dgm:prSet presAssocID="{32A68FA1-E895-4807-90E8-4B0AD4502661}" presName="sibTrans" presStyleCnt="0"/>
      <dgm:spPr/>
    </dgm:pt>
    <dgm:pt modelId="{C7FD8BE3-052F-4E5E-8B9E-D3BE1A4CE79B}" type="pres">
      <dgm:prSet presAssocID="{6B87B261-A182-441B-8CE7-AAF6BC969DAB}" presName="compNode" presStyleCnt="0"/>
      <dgm:spPr/>
    </dgm:pt>
    <dgm:pt modelId="{DEE04F45-6D8A-461D-B1DD-1DB5D5B1EF52}" type="pres">
      <dgm:prSet presAssocID="{6B87B261-A182-441B-8CE7-AAF6BC969DA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40E4067C-D29E-48C9-9679-3316A7DBEA35}" type="pres">
      <dgm:prSet presAssocID="{6B87B261-A182-441B-8CE7-AAF6BC969DAB}" presName="spaceRect" presStyleCnt="0"/>
      <dgm:spPr/>
    </dgm:pt>
    <dgm:pt modelId="{2E09DEBA-00AD-4E3B-A5BB-D91254977807}" type="pres">
      <dgm:prSet presAssocID="{6B87B261-A182-441B-8CE7-AAF6BC969DAB}" presName="textRect" presStyleLbl="revTx" presStyleIdx="1" presStyleCnt="3">
        <dgm:presLayoutVars>
          <dgm:chMax val="1"/>
          <dgm:chPref val="1"/>
        </dgm:presLayoutVars>
      </dgm:prSet>
      <dgm:spPr/>
    </dgm:pt>
    <dgm:pt modelId="{EED0BAC0-659A-4701-A90A-16919ED73FFE}" type="pres">
      <dgm:prSet presAssocID="{82756E57-9FB4-4BC0-A2F7-E779B600258F}" presName="sibTrans" presStyleCnt="0"/>
      <dgm:spPr/>
    </dgm:pt>
    <dgm:pt modelId="{9E638DB2-B8A7-4807-96C8-6DAACFEA651A}" type="pres">
      <dgm:prSet presAssocID="{3E1BC237-495D-43D3-8AA3-B54CE9644FC9}" presName="compNode" presStyleCnt="0"/>
      <dgm:spPr/>
    </dgm:pt>
    <dgm:pt modelId="{E9D4C705-2008-428E-81FA-A6F1FD52D60F}" type="pres">
      <dgm:prSet presAssocID="{3E1BC237-495D-43D3-8AA3-B54CE9644FC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47B3F7C7-AA6A-4DC0-9C84-EC1348ECE298}" type="pres">
      <dgm:prSet presAssocID="{3E1BC237-495D-43D3-8AA3-B54CE9644FC9}" presName="spaceRect" presStyleCnt="0"/>
      <dgm:spPr/>
    </dgm:pt>
    <dgm:pt modelId="{BED6540A-00BC-49E6-9FDA-DA70E5792959}" type="pres">
      <dgm:prSet presAssocID="{3E1BC237-495D-43D3-8AA3-B54CE9644FC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C9C2401-A64C-4EF5-AC80-46E4C18B8984}" srcId="{1F1AA642-84BB-4AC0-AF4E-54CE57D951C5}" destId="{3E1BC237-495D-43D3-8AA3-B54CE9644FC9}" srcOrd="2" destOrd="0" parTransId="{95510C0D-58BE-4D3D-9E28-5B81AA3B7FE4}" sibTransId="{43EA8ADB-011D-4F51-921E-4586491FFB57}"/>
    <dgm:cxn modelId="{938AD417-6078-4FA0-B351-7F11DE047756}" srcId="{1F1AA642-84BB-4AC0-AF4E-54CE57D951C5}" destId="{6CA53BE1-7368-44C0-A677-61DA5A75ABB8}" srcOrd="0" destOrd="0" parTransId="{7552B420-4997-45F3-AB5F-8E2A8C00C7CC}" sibTransId="{32A68FA1-E895-4807-90E8-4B0AD4502661}"/>
    <dgm:cxn modelId="{38AAC040-DC8C-4ECD-AE1E-F649316A39B2}" type="presOf" srcId="{1F1AA642-84BB-4AC0-AF4E-54CE57D951C5}" destId="{40B59219-C408-4C79-86AB-DD3CAA07B4D0}" srcOrd="0" destOrd="0" presId="urn:microsoft.com/office/officeart/2018/2/layout/IconLabelList"/>
    <dgm:cxn modelId="{E0D2BD4C-BF5A-499A-83E9-684552D98EFF}" type="presOf" srcId="{6B87B261-A182-441B-8CE7-AAF6BC969DAB}" destId="{2E09DEBA-00AD-4E3B-A5BB-D91254977807}" srcOrd="0" destOrd="0" presId="urn:microsoft.com/office/officeart/2018/2/layout/IconLabelList"/>
    <dgm:cxn modelId="{2EFD465D-67B0-45E7-8043-8D7A68AB48B3}" srcId="{1F1AA642-84BB-4AC0-AF4E-54CE57D951C5}" destId="{6B87B261-A182-441B-8CE7-AAF6BC969DAB}" srcOrd="1" destOrd="0" parTransId="{A94930DE-F15A-4314-9C77-1DDA23C74467}" sibTransId="{82756E57-9FB4-4BC0-A2F7-E779B600258F}"/>
    <dgm:cxn modelId="{30C16873-19BD-4A9B-A2D5-A6803F716E12}" type="presOf" srcId="{6CA53BE1-7368-44C0-A677-61DA5A75ABB8}" destId="{36485FAE-D9DA-4CEB-A318-2F46348FA9C8}" srcOrd="0" destOrd="0" presId="urn:microsoft.com/office/officeart/2018/2/layout/IconLabelList"/>
    <dgm:cxn modelId="{CC30FFBC-83CB-4ABE-A461-68B6E59D2DDE}" type="presOf" srcId="{3E1BC237-495D-43D3-8AA3-B54CE9644FC9}" destId="{BED6540A-00BC-49E6-9FDA-DA70E5792959}" srcOrd="0" destOrd="0" presId="urn:microsoft.com/office/officeart/2018/2/layout/IconLabelList"/>
    <dgm:cxn modelId="{E2F370DA-659C-4994-8895-4E03B75C1CA0}" type="presParOf" srcId="{40B59219-C408-4C79-86AB-DD3CAA07B4D0}" destId="{7FDF1600-7AA5-4801-AA25-17F172A7C528}" srcOrd="0" destOrd="0" presId="urn:microsoft.com/office/officeart/2018/2/layout/IconLabelList"/>
    <dgm:cxn modelId="{8264CFA0-8607-4AC3-AC7D-FE62A4333993}" type="presParOf" srcId="{7FDF1600-7AA5-4801-AA25-17F172A7C528}" destId="{C83A46A5-5AEB-493C-99B8-2C8B8D72216D}" srcOrd="0" destOrd="0" presId="urn:microsoft.com/office/officeart/2018/2/layout/IconLabelList"/>
    <dgm:cxn modelId="{2237000E-022F-4365-BC53-28C6415ADC94}" type="presParOf" srcId="{7FDF1600-7AA5-4801-AA25-17F172A7C528}" destId="{8286B6DA-F874-43AA-93E1-5262935A47A5}" srcOrd="1" destOrd="0" presId="urn:microsoft.com/office/officeart/2018/2/layout/IconLabelList"/>
    <dgm:cxn modelId="{737A9A8C-9ABA-4CCA-B6B8-858EB458CF07}" type="presParOf" srcId="{7FDF1600-7AA5-4801-AA25-17F172A7C528}" destId="{36485FAE-D9DA-4CEB-A318-2F46348FA9C8}" srcOrd="2" destOrd="0" presId="urn:microsoft.com/office/officeart/2018/2/layout/IconLabelList"/>
    <dgm:cxn modelId="{64D73860-AEC9-4841-9795-DBA253D119C2}" type="presParOf" srcId="{40B59219-C408-4C79-86AB-DD3CAA07B4D0}" destId="{6EB3F2B0-C43D-4C1E-A41E-BC24D4089AA0}" srcOrd="1" destOrd="0" presId="urn:microsoft.com/office/officeart/2018/2/layout/IconLabelList"/>
    <dgm:cxn modelId="{EB68D237-5E2A-4CBC-8943-B107EEEF423F}" type="presParOf" srcId="{40B59219-C408-4C79-86AB-DD3CAA07B4D0}" destId="{C7FD8BE3-052F-4E5E-8B9E-D3BE1A4CE79B}" srcOrd="2" destOrd="0" presId="urn:microsoft.com/office/officeart/2018/2/layout/IconLabelList"/>
    <dgm:cxn modelId="{B0B37599-4D13-413A-9A2C-28EA963FF0E1}" type="presParOf" srcId="{C7FD8BE3-052F-4E5E-8B9E-D3BE1A4CE79B}" destId="{DEE04F45-6D8A-461D-B1DD-1DB5D5B1EF52}" srcOrd="0" destOrd="0" presId="urn:microsoft.com/office/officeart/2018/2/layout/IconLabelList"/>
    <dgm:cxn modelId="{3339641E-9856-4E23-9F1D-985E2F6A048D}" type="presParOf" srcId="{C7FD8BE3-052F-4E5E-8B9E-D3BE1A4CE79B}" destId="{40E4067C-D29E-48C9-9679-3316A7DBEA35}" srcOrd="1" destOrd="0" presId="urn:microsoft.com/office/officeart/2018/2/layout/IconLabelList"/>
    <dgm:cxn modelId="{85E866FF-B883-41CC-953E-2897E6DE04D1}" type="presParOf" srcId="{C7FD8BE3-052F-4E5E-8B9E-D3BE1A4CE79B}" destId="{2E09DEBA-00AD-4E3B-A5BB-D91254977807}" srcOrd="2" destOrd="0" presId="urn:microsoft.com/office/officeart/2018/2/layout/IconLabelList"/>
    <dgm:cxn modelId="{49D9715D-81A2-475D-9FA1-91D79DCAF361}" type="presParOf" srcId="{40B59219-C408-4C79-86AB-DD3CAA07B4D0}" destId="{EED0BAC0-659A-4701-A90A-16919ED73FFE}" srcOrd="3" destOrd="0" presId="urn:microsoft.com/office/officeart/2018/2/layout/IconLabelList"/>
    <dgm:cxn modelId="{E6565925-001E-4EF4-8553-95CDD24AE3C0}" type="presParOf" srcId="{40B59219-C408-4C79-86AB-DD3CAA07B4D0}" destId="{9E638DB2-B8A7-4807-96C8-6DAACFEA651A}" srcOrd="4" destOrd="0" presId="urn:microsoft.com/office/officeart/2018/2/layout/IconLabelList"/>
    <dgm:cxn modelId="{6927EA4B-601D-41BC-BF1E-DE06CE66483F}" type="presParOf" srcId="{9E638DB2-B8A7-4807-96C8-6DAACFEA651A}" destId="{E9D4C705-2008-428E-81FA-A6F1FD52D60F}" srcOrd="0" destOrd="0" presId="urn:microsoft.com/office/officeart/2018/2/layout/IconLabelList"/>
    <dgm:cxn modelId="{78FFC100-FECD-40C2-935E-8D11D9061D72}" type="presParOf" srcId="{9E638DB2-B8A7-4807-96C8-6DAACFEA651A}" destId="{47B3F7C7-AA6A-4DC0-9C84-EC1348ECE298}" srcOrd="1" destOrd="0" presId="urn:microsoft.com/office/officeart/2018/2/layout/IconLabelList"/>
    <dgm:cxn modelId="{06CBAE97-8F01-49F6-859E-4A8D92737BB4}" type="presParOf" srcId="{9E638DB2-B8A7-4807-96C8-6DAACFEA651A}" destId="{BED6540A-00BC-49E6-9FDA-DA70E579295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3A46A5-5AEB-493C-99B8-2C8B8D72216D}">
      <dsp:nvSpPr>
        <dsp:cNvPr id="0" name=""/>
        <dsp:cNvSpPr/>
      </dsp:nvSpPr>
      <dsp:spPr>
        <a:xfrm>
          <a:off x="738477" y="1037662"/>
          <a:ext cx="1079825" cy="10798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485FAE-D9DA-4CEB-A318-2F46348FA9C8}">
      <dsp:nvSpPr>
        <dsp:cNvPr id="0" name=""/>
        <dsp:cNvSpPr/>
      </dsp:nvSpPr>
      <dsp:spPr>
        <a:xfrm>
          <a:off x="78583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Personal assignments</a:t>
          </a:r>
        </a:p>
      </dsp:txBody>
      <dsp:txXfrm>
        <a:off x="78583" y="2435142"/>
        <a:ext cx="2399612" cy="720000"/>
      </dsp:txXfrm>
    </dsp:sp>
    <dsp:sp modelId="{DEE04F45-6D8A-461D-B1DD-1DB5D5B1EF52}">
      <dsp:nvSpPr>
        <dsp:cNvPr id="0" name=""/>
        <dsp:cNvSpPr/>
      </dsp:nvSpPr>
      <dsp:spPr>
        <a:xfrm>
          <a:off x="3558022" y="1037662"/>
          <a:ext cx="1079825" cy="10798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09DEBA-00AD-4E3B-A5BB-D91254977807}">
      <dsp:nvSpPr>
        <dsp:cNvPr id="0" name=""/>
        <dsp:cNvSpPr/>
      </dsp:nvSpPr>
      <dsp:spPr>
        <a:xfrm>
          <a:off x="2898129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Team assignments</a:t>
          </a:r>
        </a:p>
      </dsp:txBody>
      <dsp:txXfrm>
        <a:off x="2898129" y="2435142"/>
        <a:ext cx="2399612" cy="720000"/>
      </dsp:txXfrm>
    </dsp:sp>
    <dsp:sp modelId="{E9D4C705-2008-428E-81FA-A6F1FD52D60F}">
      <dsp:nvSpPr>
        <dsp:cNvPr id="0" name=""/>
        <dsp:cNvSpPr/>
      </dsp:nvSpPr>
      <dsp:spPr>
        <a:xfrm>
          <a:off x="6377567" y="1037662"/>
          <a:ext cx="1079825" cy="10798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D6540A-00BC-49E6-9FDA-DA70E5792959}">
      <dsp:nvSpPr>
        <dsp:cNvPr id="0" name=""/>
        <dsp:cNvSpPr/>
      </dsp:nvSpPr>
      <dsp:spPr>
        <a:xfrm>
          <a:off x="5717674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Source code and other assets (in the future)</a:t>
          </a:r>
        </a:p>
      </dsp:txBody>
      <dsp:txXfrm>
        <a:off x="5717674" y="2435142"/>
        <a:ext cx="2399612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ZuziaWhit/ET-Pizzeria/tree/main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jp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logo of a person's head&#10;&#10;AI-generated content may be incorrect.">
            <a:extLst>
              <a:ext uri="{FF2B5EF4-FFF2-40B4-BE49-F238E27FC236}">
                <a16:creationId xmlns:a16="http://schemas.microsoft.com/office/drawing/2014/main" id="{C41DC3FC-9CA8-A3BE-BB42-A6431DD971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091" r="13816" b="-3"/>
          <a:stretch>
            <a:fillRect/>
          </a:stretch>
        </p:blipFill>
        <p:spPr>
          <a:xfrm>
            <a:off x="2642616" y="10"/>
            <a:ext cx="6501384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4684" y="1519536"/>
            <a:ext cx="3017520" cy="139952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900" dirty="0">
                <a:solidFill>
                  <a:schemeClr val="bg1"/>
                </a:solidFill>
              </a:rPr>
              <a:t>Weekly Status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8485" y="4872922"/>
            <a:ext cx="3017519" cy="1208141"/>
          </a:xfrm>
        </p:spPr>
        <p:txBody>
          <a:bodyPr>
            <a:normAutofit/>
          </a:bodyPr>
          <a:lstStyle/>
          <a:p>
            <a:pPr algn="l"/>
            <a:r>
              <a:rPr lang="pl-PL" sz="1700">
                <a:solidFill>
                  <a:schemeClr val="bg1"/>
                </a:solidFill>
              </a:rPr>
              <a:t>Phantom Unit</a:t>
            </a:r>
          </a:p>
          <a:p>
            <a:pPr algn="l"/>
            <a:r>
              <a:rPr lang="pl-PL" sz="1700">
                <a:solidFill>
                  <a:schemeClr val="bg1"/>
                </a:solidFill>
              </a:rPr>
              <a:t>TL1 - Zuzanna Whitman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1653" y="434802"/>
            <a:ext cx="146304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4546920"/>
            <a:ext cx="298323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4267832"/>
            <a:ext cx="3604497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GIT Directory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3428999"/>
            <a:ext cx="3604268" cy="8388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  <a:hlinkClick r:id="rId2"/>
              </a:rPr>
              <a:t>https://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  <a:hlinkClick r:id="rId2"/>
              </a:rPr>
              <a:t>github.com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  <a:hlinkClick r:id="rId2"/>
              </a:rPr>
              <a:t>/</a:t>
            </a:r>
            <a:r>
              <a:rPr lang="en-US" sz="17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  <a:hlinkClick r:id="rId2"/>
              </a:rPr>
              <a:t>ZuziaWhit</a:t>
            </a:r>
            <a:r>
              <a:rPr lang="en-US" sz="1700" kern="1200" dirty="0">
                <a:solidFill>
                  <a:schemeClr val="tx2"/>
                </a:solidFill>
                <a:latin typeface="+mn-lt"/>
                <a:ea typeface="+mn-ea"/>
                <a:cs typeface="+mn-cs"/>
                <a:hlinkClick r:id="rId2"/>
              </a:rPr>
              <a:t>/ET-Pizzeria/tree/main</a:t>
            </a:r>
            <a:endParaRPr lang="en-US" sz="17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575767" y="52996"/>
            <a:ext cx="4570022" cy="6805005"/>
            <a:chOff x="6101023" y="52996"/>
            <a:chExt cx="6093363" cy="6805005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7" name="Graphic 6" descr="Marker">
            <a:extLst>
              <a:ext uri="{FF2B5EF4-FFF2-40B4-BE49-F238E27FC236}">
                <a16:creationId xmlns:a16="http://schemas.microsoft.com/office/drawing/2014/main" id="{77F90A3C-E174-0128-3CD6-EACADA9FC7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6992" y="2216469"/>
            <a:ext cx="3106320" cy="3106320"/>
          </a:xfrm>
          <a:prstGeom prst="rect">
            <a:avLst/>
          </a:prstGeom>
          <a:ln>
            <a:noFill/>
          </a:ln>
        </p:spPr>
      </p:pic>
      <p:pic>
        <p:nvPicPr>
          <p:cNvPr id="5" name="Picture 4" descr="A logo of a person's head&#10;&#10;AI-generated content may be incorrect.">
            <a:extLst>
              <a:ext uri="{FF2B5EF4-FFF2-40B4-BE49-F238E27FC236}">
                <a16:creationId xmlns:a16="http://schemas.microsoft.com/office/drawing/2014/main" id="{5A31E451-9998-0F20-359A-B2218C0520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789" y="0"/>
            <a:ext cx="1113118" cy="11131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Introduction to the Game</a:t>
            </a:r>
            <a:endParaRPr dirty="0"/>
          </a:p>
        </p:txBody>
      </p:sp>
      <p:pic>
        <p:nvPicPr>
          <p:cNvPr id="5" name="Content Placeholder 4" descr="A diagram of a process&#10;&#10;AI-generated content may be incorrect.">
            <a:extLst>
              <a:ext uri="{FF2B5EF4-FFF2-40B4-BE49-F238E27FC236}">
                <a16:creationId xmlns:a16="http://schemas.microsoft.com/office/drawing/2014/main" id="{C24A7F84-1395-FFA2-F49A-AD8ED5B3A3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704" y="1600200"/>
            <a:ext cx="7606591" cy="4525963"/>
          </a:xfrm>
        </p:spPr>
      </p:pic>
      <p:pic>
        <p:nvPicPr>
          <p:cNvPr id="6" name="Picture 5" descr="A logo of a person's head&#10;&#10;AI-generated content may be incorrect.">
            <a:extLst>
              <a:ext uri="{FF2B5EF4-FFF2-40B4-BE49-F238E27FC236}">
                <a16:creationId xmlns:a16="http://schemas.microsoft.com/office/drawing/2014/main" id="{AABF73FD-BE97-DE91-7A2E-F61C24198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789" y="0"/>
            <a:ext cx="1113118" cy="11131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3102" y="207554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Documentation Folder (doc)</a:t>
            </a:r>
          </a:p>
        </p:txBody>
      </p:sp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EF4086C-7CE1-A2A8-E712-590D5F4690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6097" y="1966293"/>
            <a:ext cx="8131803" cy="4452160"/>
          </a:xfrm>
          <a:prstGeom prst="rect">
            <a:avLst/>
          </a:prstGeom>
        </p:spPr>
      </p:pic>
      <p:pic>
        <p:nvPicPr>
          <p:cNvPr id="3" name="Picture 2" descr="A logo of a person's head&#10;&#10;AI-generated content may be incorrect.">
            <a:extLst>
              <a:ext uri="{FF2B5EF4-FFF2-40B4-BE49-F238E27FC236}">
                <a16:creationId xmlns:a16="http://schemas.microsoft.com/office/drawing/2014/main" id="{368622B0-0067-00FE-F36D-DEA264299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789" y="0"/>
            <a:ext cx="1113118" cy="11131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3102" y="207554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Source Code Folder (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src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68E051-8C83-74D0-812D-973473F30B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447" y="1966293"/>
            <a:ext cx="8169103" cy="4452160"/>
          </a:xfrm>
          <a:prstGeom prst="rect">
            <a:avLst/>
          </a:prstGeom>
        </p:spPr>
      </p:pic>
      <p:pic>
        <p:nvPicPr>
          <p:cNvPr id="3" name="Picture 2" descr="A logo of a person's head&#10;&#10;AI-generated content may be incorrect.">
            <a:extLst>
              <a:ext uri="{FF2B5EF4-FFF2-40B4-BE49-F238E27FC236}">
                <a16:creationId xmlns:a16="http://schemas.microsoft.com/office/drawing/2014/main" id="{F729C39A-64F8-F6E8-409B-0CDB73A57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789" y="0"/>
            <a:ext cx="1113118" cy="11131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1050A8-8920-6272-3385-6347BB0D7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</a:rPr>
              <a:t>Team Contributions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266B6D3-D7F1-30AD-94D7-E33B263B25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3296869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Picture 3" descr="A logo of a person's head&#10;&#10;AI-generated content may be incorrect.">
            <a:extLst>
              <a:ext uri="{FF2B5EF4-FFF2-40B4-BE49-F238E27FC236}">
                <a16:creationId xmlns:a16="http://schemas.microsoft.com/office/drawing/2014/main" id="{6BADA1D5-6E7D-8EC7-CB11-55D768C8BE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789" y="0"/>
            <a:ext cx="1113118" cy="11131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822273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56</Words>
  <Application>Microsoft Macintosh PowerPoint</Application>
  <PresentationFormat>On-screen Show (4:3)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Weekly Status Report</vt:lpstr>
      <vt:lpstr>GIT Directory Structure</vt:lpstr>
      <vt:lpstr>Introduction to the Game</vt:lpstr>
      <vt:lpstr>Documentation Folder (doc)</vt:lpstr>
      <vt:lpstr>Source Code Folder (src)</vt:lpstr>
      <vt:lpstr>Team Contributions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Wieczorek, Zuzanna (wiec0814@vandals.uidaho.edu)</cp:lastModifiedBy>
  <cp:revision>4</cp:revision>
  <dcterms:created xsi:type="dcterms:W3CDTF">2013-01-27T09:14:16Z</dcterms:created>
  <dcterms:modified xsi:type="dcterms:W3CDTF">2026-03-03T17:03:53Z</dcterms:modified>
  <cp:category/>
</cp:coreProperties>
</file>